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54864" cy="27432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1120140"/>
            <a:ext cx="54864" cy="50292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005840"/>
            <a:ext cx="54864" cy="73152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14300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257300"/>
            <a:ext cx="54864" cy="2286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188720"/>
            <a:ext cx="54864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96012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9" name="Shape 7"/>
          <p:cNvSpPr/>
          <p:nvPr/>
        </p:nvSpPr>
        <p:spPr>
          <a:xfrm>
            <a:off x="1252728" y="1097280"/>
            <a:ext cx="54864" cy="54864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10" name="Shape 8"/>
          <p:cNvSpPr/>
          <p:nvPr/>
        </p:nvSpPr>
        <p:spPr>
          <a:xfrm>
            <a:off x="1353312" y="1211580"/>
            <a:ext cx="54864" cy="32004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11" name="Shape 9"/>
          <p:cNvSpPr/>
          <p:nvPr/>
        </p:nvSpPr>
        <p:spPr>
          <a:xfrm>
            <a:off x="1453896" y="114300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1051560"/>
            <a:ext cx="54864" cy="64008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13" name="Shape 11"/>
          <p:cNvSpPr/>
          <p:nvPr/>
        </p:nvSpPr>
        <p:spPr>
          <a:xfrm>
            <a:off x="1655064" y="1234440"/>
            <a:ext cx="54864" cy="27432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48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DEMOIFY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Marketing Plan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demo-sharing for musicians — winning the first 1,000 artists and seeding a discovery feed worth returning to.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Demoify team  •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plan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64208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&amp; audience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198424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Demoify is for, and why now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27368" y="1664208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messaging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27368" y="198424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we tell across every channel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715768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launch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303580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in the first 90 days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24448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27368" y="2715768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build-up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27368" y="303580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weeks before the button goes live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767328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plan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51560" y="408736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artists already gather, and how we show up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24448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27368" y="3767328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discovery loop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27368" y="408736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permanent links into a growth engine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4818888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&amp; launch week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51560" y="513892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an empty feed, executing launch day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24448" y="4846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27368" y="4818888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next steps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827368" y="513892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track it, and who owns what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band has a folder of demos with no home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Musicians share unfinished songs constantly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over Discord, WeTransfer links, private SoundCloud uploads — and every new version breaks the last link. There's no permanent home, no versioning, and feedback lives in scattered DMs.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Demoify is “GitHub for songs.”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permanent link per song at /artist/slug. Push a new take, the link stays alive, old versions stay archived, and comments anchor to a version and a timestamp.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5150815" cy="987552"/>
          </a:xfrm>
          <a:prstGeom prst="roundRect">
            <a:avLst>
              <a:gd name="adj" fmla="val 7407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56832" y="18470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7591" y="197784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719072"/>
            <a:ext cx="4190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links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0" y="2039112"/>
            <a:ext cx="419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survives every re-upload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92240" y="2770632"/>
            <a:ext cx="5150815" cy="987552"/>
          </a:xfrm>
          <a:prstGeom prst="roundRect">
            <a:avLst>
              <a:gd name="adj" fmla="val 7407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56832" y="3017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591" y="314827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889504"/>
            <a:ext cx="4190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feedback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315200" y="3209544"/>
            <a:ext cx="419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anchor to version + timestamp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92240" y="3941064"/>
            <a:ext cx="5150815" cy="987552"/>
          </a:xfrm>
          <a:prstGeom prst="roundRect">
            <a:avLst>
              <a:gd name="adj" fmla="val 7407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56832" y="4187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591" y="431871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4059936"/>
            <a:ext cx="4190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Bands, not just users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315200" y="4379976"/>
            <a:ext cx="419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ownership, roles, credits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92240" y="5111496"/>
            <a:ext cx="5150815" cy="987552"/>
          </a:xfrm>
          <a:prstGeom prst="roundRect">
            <a:avLst>
              <a:gd name="adj" fmla="val 7407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56832" y="53583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591" y="5489143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5230368"/>
            <a:ext cx="4190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315200" y="5550408"/>
            <a:ext cx="419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it, or join the federated Explore feed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LAUNCHING FOR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audiences, one flywheel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114800"/>
          </a:xfrm>
          <a:prstGeom prst="roundRect">
            <a:avLst>
              <a:gd name="adj" fmla="val 2222"/>
            </a:avLst>
          </a:prstGeom>
          <a:solidFill>
            <a:srgbClr val="14142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1204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Artists &amp; bands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00200" y="2395728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 side — needs critical mass first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302666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898648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producers &amp; unsigned bands sharing works-in-progress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3685032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557016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Songwriters collaborating remotely across time zones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343400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215384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labels &amp; managers who need one clean link per act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5001768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873752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with dead WeTransfer links and buried DMs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24448" y="1691640"/>
            <a:ext cx="5318608" cy="4114800"/>
          </a:xfrm>
          <a:prstGeom prst="roundRect">
            <a:avLst>
              <a:gd name="adj" fmla="val 2222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44488" y="1965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021" y="2120494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76008" y="201168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Listeners &amp; discovery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7376008" y="2395728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 side — grows once supply exists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644488" y="302666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3" name="Text 19"/>
          <p:cNvSpPr/>
          <p:nvPr/>
        </p:nvSpPr>
        <p:spPr>
          <a:xfrm>
            <a:off x="6873088" y="2898648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and A&amp;R-curious listeners hunting for unreleased tracks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44488" y="3685032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5" name="Text 21"/>
          <p:cNvSpPr/>
          <p:nvPr/>
        </p:nvSpPr>
        <p:spPr>
          <a:xfrm>
            <a:off x="6873088" y="3557016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communities (bedroom pop, lo-fi, EDM production) browsing new finds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44488" y="4343400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7" name="Text 23"/>
          <p:cNvSpPr/>
          <p:nvPr/>
        </p:nvSpPr>
        <p:spPr>
          <a:xfrm>
            <a:off x="6873088" y="4215384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artists scouting collaborators and influences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44488" y="5001768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9" name="Text 25"/>
          <p:cNvSpPr/>
          <p:nvPr/>
        </p:nvSpPr>
        <p:spPr>
          <a:xfrm>
            <a:off x="6873088" y="4873752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Rewarded for engaging — likes, comments, plays earn credits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promise, three proof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6F6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“GitHub for songs.” </a:t>
            </a:r>
            <a:pPr indent="0" marL="0">
              <a:buNone/>
            </a:pPr>
            <a:r>
              <a:rPr lang="en-US" sz="1600" i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a demo once, keep the same link forever, and let the whole band — or the whole internet — hear it improve.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393338" cy="2834640"/>
          </a:xfrm>
          <a:prstGeom prst="roundRect">
            <a:avLst>
              <a:gd name="adj" fmla="val 3226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48129" y="31546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2663" y="330921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3192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a link again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song lives at one permanent URL. Re-upload a take, the link — and the feedback thread — survives.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99178" y="2834640"/>
            <a:ext cx="3393338" cy="2834640"/>
          </a:xfrm>
          <a:prstGeom prst="roundRect">
            <a:avLst>
              <a:gd name="adj" fmla="val 3226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98668" y="31546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201" y="33092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27778" y="393192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where the music is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73498" y="443484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anchor to a version and a timestamp, so notes never get separated from the take they're about.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49717" y="2834640"/>
            <a:ext cx="3393338" cy="2834640"/>
          </a:xfrm>
          <a:prstGeom prst="roundRect">
            <a:avLst>
              <a:gd name="adj" fmla="val 3226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49206" y="31546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740" y="33092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8317" y="393192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and yours to run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524037" y="443484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on your own Cloudflare account, or federate into the shared Explore feed. No lock-in.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LAUNCH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aiming at in the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99284" cy="2286000"/>
          </a:xfrm>
          <a:prstGeom prst="roundRect">
            <a:avLst>
              <a:gd name="adj" fmla="val 4000"/>
            </a:avLst>
          </a:prstGeom>
          <a:solidFill>
            <a:srgbClr val="2E2E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40280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onboarded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30 days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3684" y="1965960"/>
            <a:ext cx="2499284" cy="2286000"/>
          </a:xfrm>
          <a:prstGeom prst="roundRect">
            <a:avLst>
              <a:gd name="adj" fmla="val 4000"/>
            </a:avLst>
          </a:prstGeom>
          <a:solidFill>
            <a:srgbClr val="2E2E45"/>
          </a:solidFill>
          <a:ln/>
        </p:spPr>
      </p:sp>
      <p:sp>
        <p:nvSpPr>
          <p:cNvPr id="9" name="Text 7"/>
          <p:cNvSpPr/>
          <p:nvPr/>
        </p:nvSpPr>
        <p:spPr>
          <a:xfrm>
            <a:off x="3550844" y="2240280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50844" y="306324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uploaded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50844" y="347472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a real Explore feed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8728" y="1965960"/>
            <a:ext cx="2499284" cy="2286000"/>
          </a:xfrm>
          <a:prstGeom prst="roundRect">
            <a:avLst>
              <a:gd name="adj" fmla="val 4000"/>
            </a:avLst>
          </a:prstGeom>
          <a:solidFill>
            <a:srgbClr val="2E2E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15888" y="2240280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15888" y="306324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visits/week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5888" y="347472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60, organic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3771" y="1965960"/>
            <a:ext cx="2499284" cy="2286000"/>
          </a:xfrm>
          <a:prstGeom prst="roundRect">
            <a:avLst>
              <a:gd name="adj" fmla="val 4000"/>
            </a:avLst>
          </a:prstGeom>
          <a:solidFill>
            <a:srgbClr val="2E2E45"/>
          </a:solidFill>
          <a:ln/>
        </p:spPr>
      </p:sp>
      <p:sp>
        <p:nvSpPr>
          <p:cNvPr id="17" name="Text 15"/>
          <p:cNvSpPr/>
          <p:nvPr/>
        </p:nvSpPr>
        <p:spPr>
          <a:xfrm>
            <a:off x="9280931" y="2240280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80931" y="306324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week-4 return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80931" y="347472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who upload a 2nd version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directional targets to steer toward, not commitments — early community-led launches are unpredictable. Track weekly, adjust channel mix accordingly.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BUILD-UP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 to a launch that isn't a cold start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15427" y="2468880"/>
            <a:ext cx="0" cy="0"/>
          </a:xfrm>
          <a:prstGeom prst="line">
            <a:avLst/>
          </a:prstGeom>
          <a:noFill/>
          <a:ln w="12700">
            <a:solidFill>
              <a:srgbClr val="E7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1107" y="1783080"/>
            <a:ext cx="548640" cy="54864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753" y="1925726"/>
            <a:ext cx="263347" cy="2633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0502" y="2057400"/>
            <a:ext cx="283464" cy="0"/>
          </a:xfrm>
          <a:prstGeom prst="line">
            <a:avLst/>
          </a:prstGeom>
          <a:noFill/>
          <a:ln w="19050">
            <a:solidFill>
              <a:srgbClr val="E7E7EF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48640" y="2468880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-4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feed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F6F6F9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3319272"/>
            <a:ext cx="22043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+ friendly bands upload real songs so Explore isn't empty on day one. Draft the origin-story post.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669041" y="2468880"/>
            <a:ext cx="0" cy="0"/>
          </a:xfrm>
          <a:prstGeom prst="line">
            <a:avLst/>
          </a:prstGeom>
          <a:noFill/>
          <a:ln w="12700">
            <a:solidFill>
              <a:srgbClr val="E7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94721" y="1783080"/>
            <a:ext cx="548640" cy="54864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367" y="1925726"/>
            <a:ext cx="263347" cy="26334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54116" y="2057400"/>
            <a:ext cx="283464" cy="0"/>
          </a:xfrm>
          <a:prstGeom prst="line">
            <a:avLst/>
          </a:prstGeom>
          <a:noFill/>
          <a:ln w="19050">
            <a:solidFill>
              <a:srgbClr val="E7E7EF"/>
            </a:solidFill>
            <a:prstDash val="dash"/>
          </a:ln>
        </p:spPr>
      </p:sp>
      <p:sp>
        <p:nvSpPr>
          <p:cNvPr id="16" name="Text 12"/>
          <p:cNvSpPr/>
          <p:nvPr/>
        </p:nvSpPr>
        <p:spPr>
          <a:xfrm>
            <a:off x="3402254" y="2468880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-3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02254" y="274320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public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402254" y="320040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F6F6F9"/>
          </a:solidFill>
          <a:ln/>
        </p:spPr>
      </p:sp>
      <p:sp>
        <p:nvSpPr>
          <p:cNvPr id="19" name="Text 15"/>
          <p:cNvSpPr/>
          <p:nvPr/>
        </p:nvSpPr>
        <p:spPr>
          <a:xfrm>
            <a:off x="3566846" y="3319272"/>
            <a:ext cx="22043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build progress in r/WeAreTheMusicMakers, indie Discords, and a dev-facing changelog. Start a waitlist landing page.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7522655" y="2468880"/>
            <a:ext cx="0" cy="0"/>
          </a:xfrm>
          <a:prstGeom prst="line">
            <a:avLst/>
          </a:prstGeom>
          <a:noFill/>
          <a:ln w="12700">
            <a:solidFill>
              <a:srgbClr val="E7E7E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48335" y="1783080"/>
            <a:ext cx="548640" cy="54864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981" y="1925726"/>
            <a:ext cx="263347" cy="263347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807729" y="2057400"/>
            <a:ext cx="283464" cy="0"/>
          </a:xfrm>
          <a:prstGeom prst="line">
            <a:avLst/>
          </a:prstGeom>
          <a:noFill/>
          <a:ln w="19050">
            <a:solidFill>
              <a:srgbClr val="E7E7EF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6255868" y="2468880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-2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55868" y="274320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up allies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255868" y="320040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F6F6F9"/>
          </a:solidFill>
          <a:ln/>
        </p:spPr>
      </p:sp>
      <p:sp>
        <p:nvSpPr>
          <p:cNvPr id="27" name="Text 22"/>
          <p:cNvSpPr/>
          <p:nvPr/>
        </p:nvSpPr>
        <p:spPr>
          <a:xfrm>
            <a:off x="6420460" y="3319272"/>
            <a:ext cx="22043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10–15 bands/producers for a private beta; brief 3–5 home-recording YouTubers/newsletter writers for launch-day coverage.</a:t>
            </a:r>
            <a:endParaRPr lang="en-US" sz="1080" dirty="0"/>
          </a:p>
        </p:txBody>
      </p:sp>
      <p:sp>
        <p:nvSpPr>
          <p:cNvPr id="28" name="Shape 23"/>
          <p:cNvSpPr/>
          <p:nvPr/>
        </p:nvSpPr>
        <p:spPr>
          <a:xfrm>
            <a:off x="10376268" y="2468880"/>
            <a:ext cx="0" cy="0"/>
          </a:xfrm>
          <a:prstGeom prst="line">
            <a:avLst/>
          </a:prstGeom>
          <a:noFill/>
          <a:ln w="12700">
            <a:solidFill>
              <a:srgbClr val="E7E7E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101948" y="1783080"/>
            <a:ext cx="548640" cy="54864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4595" y="1925726"/>
            <a:ext cx="263347" cy="26334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09481" y="2468880"/>
            <a:ext cx="2533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-1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9109481" y="2743200"/>
            <a:ext cx="25335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launch day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109481" y="320040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F6F6F9"/>
          </a:solidFill>
          <a:ln/>
        </p:spPr>
      </p:sp>
      <p:sp>
        <p:nvSpPr>
          <p:cNvPr id="34" name="Text 28"/>
          <p:cNvSpPr/>
          <p:nvPr/>
        </p:nvSpPr>
        <p:spPr>
          <a:xfrm>
            <a:off x="9274073" y="3319272"/>
            <a:ext cx="22043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Product Hunt + Show HN drafts, schedule Reddit/Discord posts, brief beta users to be ready to comment and vote.</a:t>
            </a:r>
            <a:endParaRPr lang="en-US" sz="1080" dirty="0"/>
          </a:p>
        </p:txBody>
      </p:sp>
      <p:sp>
        <p:nvSpPr>
          <p:cNvPr id="35" name="Text 2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PLAN · ARTISTS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where musicians already gather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6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73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20400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0" y="1801368"/>
            <a:ext cx="3566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r/WeAreTheMusicMakers (24k+), r/musicproduction, r/edmproduction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086600" y="1801368"/>
            <a:ext cx="4373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origin story, not an ad — lead with the versioning/feedback problem it solves.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6F6F9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9946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31373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89864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2898648"/>
            <a:ext cx="3566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WeAreTheMusicMakers (10k+), Indie Music Feedback, genre-specific production servers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7086600" y="2898648"/>
            <a:ext cx="4373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as a member first: give feedback, then mention the tool when it's genuinely relevant.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6F6F9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" y="40919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42345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99592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383280" y="3995928"/>
            <a:ext cx="3566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Home-recording &amp; DAW YouTubers, indie music newsletters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7086600" y="3995928"/>
            <a:ext cx="4373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early access + a short demo for a mention — cheap, high-trust reach into the exact audience.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6F6F9"/>
          </a:solidFill>
          <a:ln/>
        </p:spPr>
      </p:sp>
      <p:sp>
        <p:nvSpPr>
          <p:cNvPr id="23" name="Shape 18"/>
          <p:cNvSpPr/>
          <p:nvPr/>
        </p:nvSpPr>
        <p:spPr>
          <a:xfrm>
            <a:off x="749808" y="51892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33186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509320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383280" y="5093208"/>
            <a:ext cx="3566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bands, college music programs, local scenes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7086600" y="5093208"/>
            <a:ext cx="4373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onboard the first 20–30 bands; white-glove them so Explore has real songs, not filler.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PLAN · BUILDERS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open-source angle earns a second audience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Demoify is also a self-hostable open-source project — that's a legitimate second launch, to a different crowd, worth running in the same week.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93338" cy="2743200"/>
          </a:xfrm>
          <a:prstGeom prst="roundRect">
            <a:avLst>
              <a:gd name="adj" fmla="val 3333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420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68467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246120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703320"/>
            <a:ext cx="28812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at 12:01am PT with an audience-led angle (beta users + waitlist voting early). Don't rely on PH alone — it's saturated in 2026; treat it as one channel of several.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9178" y="2286000"/>
            <a:ext cx="3393338" cy="2743200"/>
          </a:xfrm>
          <a:prstGeom prst="roundRect">
            <a:avLst>
              <a:gd name="adj" fmla="val 3333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5210" y="25420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857" y="268467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5210" y="3246120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HN / GitHub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55210" y="3703320"/>
            <a:ext cx="28812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HN: Demoify — GitHub for songs” paired with a clean README and live demo link. Developer-musicians are a real, underserved niche.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49717" y="2286000"/>
            <a:ext cx="3393338" cy="2743200"/>
          </a:xfrm>
          <a:prstGeom prst="roundRect">
            <a:avLst>
              <a:gd name="adj" fmla="val 3333"/>
            </a:avLst>
          </a:prstGeom>
          <a:solidFill>
            <a:srgbClr val="F6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5749" y="25420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395" y="268467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5749" y="3246120"/>
            <a:ext cx="28812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Hackers / dev.to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05749" y="3703320"/>
            <a:ext cx="28812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docs already written (federation, credits economy, tipping) into build-in-public posts — the story of why each feature exists.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 links are a built-in distribution channel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10026" y="1920240"/>
            <a:ext cx="640080" cy="64008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446" y="20866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1491" y="20299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uploads a song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3337560"/>
            <a:ext cx="20542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one permanent, shareable link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92917" y="1920240"/>
            <a:ext cx="640080" cy="64008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337" y="20866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94382" y="20299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785811" y="278892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gets shared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785811" y="3337560"/>
            <a:ext cx="20542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bios, group chats, socials — never breaks on re-upload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75808" y="1920240"/>
            <a:ext cx="640080" cy="64008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28" y="20866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77273" y="20299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068702" y="278892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listener lands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068702" y="3337560"/>
            <a:ext cx="20542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 it, sees Explore, discovers other bands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058699" y="1920240"/>
            <a:ext cx="640080" cy="64008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119" y="20866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60164" y="20299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351593" y="278892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engages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351593" y="3337560"/>
            <a:ext cx="20542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/ comments / full plays — earns credits, signals quality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0341590" y="1920240"/>
            <a:ext cx="640080" cy="640080"/>
          </a:xfrm>
          <a:prstGeom prst="ellipse">
            <a:avLst/>
          </a:prstGeom>
          <a:solidFill>
            <a:srgbClr val="F6F6F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8010" y="208666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34484" y="278892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drives return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634484" y="3337560"/>
            <a:ext cx="20542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comes back to check feedback, uploads next version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48640" y="47091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4142B"/>
          </a:solidFill>
          <a:ln/>
        </p:spPr>
      </p:sp>
      <p:sp>
        <p:nvSpPr>
          <p:cNvPr id="29" name="Text 22"/>
          <p:cNvSpPr/>
          <p:nvPr/>
        </p:nvSpPr>
        <p:spPr>
          <a:xfrm>
            <a:off x="822960" y="47091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only spins if step 1 happens at volume.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previous two slides exists to get artists uploading — Explore growth is downstream of that.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cold-start problem, and how we defuse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6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82296" cy="868680"/>
          </a:xfrm>
          <a:prstGeom prst="roundRect">
            <a:avLst/>
          </a:prstGeom>
          <a:solidFill>
            <a:srgbClr val="FF5A3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Explore feed kills first impressions.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83480" y="1828800"/>
            <a:ext cx="64309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it ourselves: founders' own tracks, friendly bands, and beta users upload before any public launch mention. Target 300+ songs live before launch day.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6F6F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291840"/>
            <a:ext cx="82296" cy="868680"/>
          </a:xfrm>
          <a:prstGeom prst="roundRect">
            <a:avLst/>
          </a:prstGeom>
          <a:solidFill>
            <a:srgbClr val="FF5A3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461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economy adds friction for brand-new users.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3246120"/>
            <a:ext cx="64309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or heavily subsidize credits during the launch window (starter balances, no upload cost) so the first experience is frictionless. Re-introduce gradually post-launch.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6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709160"/>
            <a:ext cx="82296" cy="868680"/>
          </a:xfrm>
          <a:prstGeom prst="roundRect">
            <a:avLst/>
          </a:prstGeom>
          <a:solidFill>
            <a:srgbClr val="FF5A3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6634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single-platform launch (e.g. Product Hunt only) is fragile.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83480" y="4663440"/>
            <a:ext cx="64309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launch-day attention across Reddit, Discord, Show HN and creator mentions simultaneously, so no single algorithm or feed decides the outcome.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WEEK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coordinated push, not a slow trickle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99427" cy="502920"/>
          </a:xfrm>
          <a:prstGeom prst="roundRect">
            <a:avLst>
              <a:gd name="adj" fmla="val 10909"/>
            </a:avLst>
          </a:prstGeom>
          <a:solidFill>
            <a:srgbClr val="1414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999427" cy="1828800"/>
          </a:xfrm>
          <a:prstGeom prst="roundRect">
            <a:avLst>
              <a:gd name="adj" fmla="val 3000"/>
            </a:avLst>
          </a:prstGeom>
          <a:solidFill>
            <a:srgbClr val="F6F6F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06040"/>
            <a:ext cx="172510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HN + GitHub post go live. Notify beta bands to be ready to engage.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22387" y="1828800"/>
            <a:ext cx="1999427" cy="502920"/>
          </a:xfrm>
          <a:prstGeom prst="roundRect">
            <a:avLst>
              <a:gd name="adj" fmla="val 10909"/>
            </a:avLst>
          </a:prstGeom>
          <a:solidFill>
            <a:srgbClr val="14142B"/>
          </a:solidFill>
          <a:ln/>
        </p:spPr>
      </p:sp>
      <p:sp>
        <p:nvSpPr>
          <p:cNvPr id="9" name="Text 7"/>
          <p:cNvSpPr/>
          <p:nvPr/>
        </p:nvSpPr>
        <p:spPr>
          <a:xfrm>
            <a:off x="2822387" y="182880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22387" y="2468880"/>
            <a:ext cx="1999427" cy="1828800"/>
          </a:xfrm>
          <a:prstGeom prst="roundRect">
            <a:avLst>
              <a:gd name="adj" fmla="val 3000"/>
            </a:avLst>
          </a:prstGeom>
          <a:solidFill>
            <a:srgbClr val="F6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59547" y="2606040"/>
            <a:ext cx="172510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launch, 12:01am PT. Beta users vote/comment early; founder in comments all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96134" y="1828800"/>
            <a:ext cx="1999427" cy="502920"/>
          </a:xfrm>
          <a:prstGeom prst="roundRect">
            <a:avLst>
              <a:gd name="adj" fmla="val 10909"/>
            </a:avLst>
          </a:prstGeom>
          <a:solidFill>
            <a:srgbClr val="14142B"/>
          </a:solidFill>
          <a:ln/>
        </p:spPr>
      </p:sp>
      <p:sp>
        <p:nvSpPr>
          <p:cNvPr id="13" name="Text 11"/>
          <p:cNvSpPr/>
          <p:nvPr/>
        </p:nvSpPr>
        <p:spPr>
          <a:xfrm>
            <a:off x="5096134" y="182880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96134" y="2468880"/>
            <a:ext cx="1999427" cy="1828800"/>
          </a:xfrm>
          <a:prstGeom prst="roundRect">
            <a:avLst>
              <a:gd name="adj" fmla="val 3000"/>
            </a:avLst>
          </a:prstGeom>
          <a:solidFill>
            <a:srgbClr val="F6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5233294" y="2606040"/>
            <a:ext cx="172510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posts in r/WeAreTheMusicMakers + r/musicproduction, framed as “we built this, here's why.”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9881" y="1828800"/>
            <a:ext cx="1999427" cy="502920"/>
          </a:xfrm>
          <a:prstGeom prst="roundRect">
            <a:avLst>
              <a:gd name="adj" fmla="val 10909"/>
            </a:avLst>
          </a:prstGeom>
          <a:solidFill>
            <a:srgbClr val="14142B"/>
          </a:solidFill>
          <a:ln/>
        </p:spPr>
      </p:sp>
      <p:sp>
        <p:nvSpPr>
          <p:cNvPr id="17" name="Text 15"/>
          <p:cNvSpPr/>
          <p:nvPr/>
        </p:nvSpPr>
        <p:spPr>
          <a:xfrm>
            <a:off x="7369881" y="182880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9881" y="2468880"/>
            <a:ext cx="1999427" cy="1828800"/>
          </a:xfrm>
          <a:prstGeom prst="roundRect">
            <a:avLst>
              <a:gd name="adj" fmla="val 3000"/>
            </a:avLst>
          </a:prstGeom>
          <a:solidFill>
            <a:srgbClr val="F6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7507041" y="2606040"/>
            <a:ext cx="172510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shares in WeAreTheMusicMakers + Indie Music Feedback servers; respond to every thread.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43628" y="1828800"/>
            <a:ext cx="1999427" cy="502920"/>
          </a:xfrm>
          <a:prstGeom prst="roundRect">
            <a:avLst>
              <a:gd name="adj" fmla="val 10909"/>
            </a:avLst>
          </a:prstGeom>
          <a:solidFill>
            <a:srgbClr val="14142B"/>
          </a:solidFill>
          <a:ln/>
        </p:spPr>
      </p:sp>
      <p:sp>
        <p:nvSpPr>
          <p:cNvPr id="21" name="Text 19"/>
          <p:cNvSpPr/>
          <p:nvPr/>
        </p:nvSpPr>
        <p:spPr>
          <a:xfrm>
            <a:off x="9643628" y="182880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43628" y="2468880"/>
            <a:ext cx="1999427" cy="1828800"/>
          </a:xfrm>
          <a:prstGeom prst="roundRect">
            <a:avLst>
              <a:gd name="adj" fmla="val 3000"/>
            </a:avLst>
          </a:prstGeom>
          <a:solidFill>
            <a:srgbClr val="F6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9780788" y="2606040"/>
            <a:ext cx="172510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mentions go out (YouTube/newsletter); recap thread on what shipped and what's next.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SUCCESS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60 / 90 days post-launch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548640"/>
          </a:xfrm>
          <a:prstGeom prst="roundRect">
            <a:avLst>
              <a:gd name="adj" fmla="val 10000"/>
            </a:avLst>
          </a:prstGeom>
          <a:solidFill>
            <a:srgbClr val="FF5A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454298" cy="2743200"/>
          </a:xfrm>
          <a:prstGeom prst="roundRect">
            <a:avLst>
              <a:gd name="adj" fmla="val 2000"/>
            </a:avLst>
          </a:prstGeom>
          <a:solidFill>
            <a:srgbClr val="F6F6F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66090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251460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onboarded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3291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uploaded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21538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40690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Launch-week press/mentions secured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68698" y="1691640"/>
            <a:ext cx="3454298" cy="548640"/>
          </a:xfrm>
          <a:prstGeom prst="roundRect">
            <a:avLst>
              <a:gd name="adj" fmla="val 10000"/>
            </a:avLst>
          </a:prstGeom>
          <a:solidFill>
            <a:srgbClr val="FF5A36"/>
          </a:solidFill>
          <a:ln/>
        </p:spPr>
      </p:sp>
      <p:sp>
        <p:nvSpPr>
          <p:cNvPr id="14" name="Text 12"/>
          <p:cNvSpPr/>
          <p:nvPr/>
        </p:nvSpPr>
        <p:spPr>
          <a:xfrm>
            <a:off x="4368698" y="169164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days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68698" y="2377440"/>
            <a:ext cx="3454298" cy="2743200"/>
          </a:xfrm>
          <a:prstGeom prst="roundRect">
            <a:avLst>
              <a:gd name="adj" fmla="val 2000"/>
            </a:avLst>
          </a:prstGeom>
          <a:solidFill>
            <a:srgbClr val="F6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597298" y="266090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7" name="Text 15"/>
          <p:cNvSpPr/>
          <p:nvPr/>
        </p:nvSpPr>
        <p:spPr>
          <a:xfrm>
            <a:off x="4807610" y="251460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Explore visits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97298" y="343814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9" name="Text 17"/>
          <p:cNvSpPr/>
          <p:nvPr/>
        </p:nvSpPr>
        <p:spPr>
          <a:xfrm>
            <a:off x="4807610" y="3291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Week-4 return-to-upload rate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97298" y="421538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7610" y="40690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per song (feedback depth)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8757" y="1691640"/>
            <a:ext cx="3454298" cy="548640"/>
          </a:xfrm>
          <a:prstGeom prst="roundRect">
            <a:avLst>
              <a:gd name="adj" fmla="val 10000"/>
            </a:avLst>
          </a:prstGeom>
          <a:solidFill>
            <a:srgbClr val="FF5A36"/>
          </a:solidFill>
          <a:ln/>
        </p:spPr>
      </p:sp>
      <p:sp>
        <p:nvSpPr>
          <p:cNvPr id="23" name="Text 21"/>
          <p:cNvSpPr/>
          <p:nvPr/>
        </p:nvSpPr>
        <p:spPr>
          <a:xfrm>
            <a:off x="8188757" y="169164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88757" y="2377440"/>
            <a:ext cx="3454298" cy="2743200"/>
          </a:xfrm>
          <a:prstGeom prst="roundRect">
            <a:avLst>
              <a:gd name="adj" fmla="val 2000"/>
            </a:avLst>
          </a:prstGeom>
          <a:solidFill>
            <a:srgbClr val="F6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7357" y="266090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6" name="Text 24"/>
          <p:cNvSpPr/>
          <p:nvPr/>
        </p:nvSpPr>
        <p:spPr>
          <a:xfrm>
            <a:off x="8627669" y="251460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vs. referred signups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17357" y="343814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8" name="Text 26"/>
          <p:cNvSpPr/>
          <p:nvPr/>
        </p:nvSpPr>
        <p:spPr>
          <a:xfrm>
            <a:off x="8627669" y="3291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federated instance live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7357" y="4215384"/>
            <a:ext cx="82296" cy="8229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30" name="Text 28"/>
          <p:cNvSpPr/>
          <p:nvPr/>
        </p:nvSpPr>
        <p:spPr>
          <a:xfrm>
            <a:off x="8627669" y="406908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expand credits economy or stay free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03020"/>
            <a:ext cx="45720" cy="2286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1211580"/>
            <a:ext cx="45720" cy="41148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120140"/>
            <a:ext cx="45720" cy="5943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1234440"/>
            <a:ext cx="45720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325880"/>
            <a:ext cx="45720" cy="18288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257300"/>
            <a:ext cx="45720" cy="32004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1143000"/>
            <a:ext cx="45720" cy="54864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" y="1234440"/>
            <a:ext cx="45720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303020"/>
            <a:ext cx="45720" cy="2286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1,000 artists build the whole feed.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lock the launch date, start seeding Explore this week, and recruit the first 20 beta bands.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91440" cy="9144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50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launch date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81144"/>
            <a:ext cx="91440" cy="9144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53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300+ songs pre-launch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84064"/>
            <a:ext cx="91440" cy="9144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56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20 beta bands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86984"/>
            <a:ext cx="91440" cy="9144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458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launch-day posts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Demoify Pre-Launch Marketing Plan</dc:title>
  <dc:subject>PptxGenJS Presentation</dc:subject>
  <dc:creator>Demoify</dc:creator>
  <cp:lastModifiedBy>Demoify</cp:lastModifiedBy>
  <cp:revision>1</cp:revision>
  <dcterms:created xsi:type="dcterms:W3CDTF">2026-07-07T07:45:19Z</dcterms:created>
  <dcterms:modified xsi:type="dcterms:W3CDTF">2026-07-07T07:45:19Z</dcterms:modified>
</cp:coreProperties>
</file>